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55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132320" y="731520"/>
            <a:ext cx="4572000" cy="5394960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315200" y="914400"/>
            <a:ext cx="4206240" cy="5394960"/>
          </a:xfrm>
          <a:prstGeom prst="rect">
            <a:avLst/>
          </a:prstGeom>
          <a:solidFill>
            <a:srgbClr val="1E7D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498080" y="1097280"/>
            <a:ext cx="3840480" cy="5394960"/>
          </a:xfrm>
          <a:prstGeom prst="rect">
            <a:avLst/>
          </a:prstGeom>
          <a:solidFill>
            <a:srgbClr val="5FAE8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ShelfOPT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95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y Optimización de Estanterías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13232" y="219456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1323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21762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ShelfOPT?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565392" y="219456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6539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8040" y="21762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Simple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13232" y="315468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13232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136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Avanzada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97180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565392" y="315468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65392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3136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Archivos / Ingesta Manual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713232" y="411480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13232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40965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Comparado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393192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565392" y="411480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565392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40965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Graficas de Evaluación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13232" y="5074920"/>
            <a:ext cx="457200" cy="45720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13232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50566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Paso a Paso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ShelfOPT?</a:t>
            </a:r>
            <a:endParaRPr lang="en-US" sz="3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6B5243-4703-C8D9-9BAC-69F377479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551" y="1948314"/>
            <a:ext cx="8464897" cy="1776674"/>
          </a:xfrm>
          <a:prstGeom prst="rect">
            <a:avLst/>
          </a:prstGeom>
        </p:spPr>
      </p:pic>
      <p:pic>
        <p:nvPicPr>
          <p:cNvPr id="8" name="Imagen 7" descr="supermercado de dibujos animados fachada del edificio. vista de la calle en  estilo plano. tienda de enfrente 6716847 Vector en Vecteezy">
            <a:extLst>
              <a:ext uri="{FF2B5EF4-FFF2-40B4-BE49-F238E27FC236}">
                <a16:creationId xmlns:a16="http://schemas.microsoft.com/office/drawing/2014/main" id="{D9573F8F-AEBF-3935-07A3-D1ACD686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68" t="22645"/>
          <a:stretch>
            <a:fillRect/>
          </a:stretch>
        </p:blipFill>
        <p:spPr>
          <a:xfrm>
            <a:off x="3072063" y="3429000"/>
            <a:ext cx="6047872" cy="28028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Opción Simple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JULIAN/AppData/Local/Temp/shelfopt_build/pics/slide04_pic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874520"/>
            <a:ext cx="108173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Opción Avanzada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002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Secciones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2606040"/>
            <a:ext cx="2148840" cy="73152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05840" y="3108960"/>
            <a:ext cx="777240" cy="77724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Archivos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70048" y="26060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670048" y="2606040"/>
            <a:ext cx="2148840" cy="73152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355848" y="3108960"/>
            <a:ext cx="777240" cy="77724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355848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807208" y="41605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Manual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0056" y="26060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020056" y="2606040"/>
            <a:ext cx="2148840" cy="73152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705856" y="3108960"/>
            <a:ext cx="777240" cy="77724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705856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157216" y="41605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Comparado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70064" y="26060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70064" y="2606040"/>
            <a:ext cx="2148840" cy="73152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055864" y="3108960"/>
            <a:ext cx="777240" cy="77724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055864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507224" y="41605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Graficas de Evaluación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20072" y="2606040"/>
            <a:ext cx="2148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9720072" y="2606040"/>
            <a:ext cx="2148840" cy="73152"/>
          </a:xfrm>
          <a:prstGeom prst="rect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10405872" y="3108960"/>
            <a:ext cx="777240" cy="77724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0405872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857232" y="41605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6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Paso a Paso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Subir Archivos / Ingesta Manual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Subir Archivos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41066" y="1691640"/>
            <a:ext cx="26718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Ingesta Manual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C:/Users/JULIAN/AppData/Local/Temp/shelfopt_build/pics/slide06_pic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286000"/>
            <a:ext cx="5212080" cy="3977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18880" y="2148840"/>
            <a:ext cx="2839719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C:/Users/JULIAN/AppData/Local/Temp/shelfopt_build/pics/slide06_pic2.png"/>
          <p:cNvPicPr>
            <a:picLocks noChangeAspect="1"/>
          </p:cNvPicPr>
          <p:nvPr/>
        </p:nvPicPr>
        <p:blipFill>
          <a:blip r:embed="rId4"/>
          <a:srcRect r="49184"/>
          <a:stretch>
            <a:fillRect/>
          </a:stretch>
        </p:blipFill>
        <p:spPr>
          <a:xfrm>
            <a:off x="8902833" y="2286000"/>
            <a:ext cx="2671813" cy="1783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18880" y="4343400"/>
            <a:ext cx="2839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C:/Users/JULIAN/AppData/Local/Temp/shelfopt_build/pics/slide06_pic3.png"/>
          <p:cNvPicPr>
            <a:picLocks noChangeAspect="1"/>
          </p:cNvPicPr>
          <p:nvPr/>
        </p:nvPicPr>
        <p:blipFill>
          <a:blip r:embed="rId4"/>
          <a:srcRect l="49380"/>
          <a:stretch>
            <a:fillRect/>
          </a:stretch>
        </p:blipFill>
        <p:spPr>
          <a:xfrm>
            <a:off x="8907981" y="4480560"/>
            <a:ext cx="2661518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Entrenamiento Comparado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002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3832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17,3 €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LIFT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+651 €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0" y="2148840"/>
            <a:ext cx="3383280" cy="2121408"/>
          </a:xfrm>
          <a:prstGeom prst="rect">
            <a:avLst/>
          </a:prstGeom>
          <a:solidFill>
            <a:srgbClr val="FFFFFF"/>
          </a:solidFill>
          <a:ln w="25400">
            <a:solidFill>
              <a:srgbClr val="0954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34340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23,5 €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4340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LIFT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+1648 €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4453128"/>
            <a:ext cx="33832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77240" y="45902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LTSM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5093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5321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26,4 €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" y="5824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LIFT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6053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+390 €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114800" y="4453128"/>
            <a:ext cx="338328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343400" y="45902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43400" y="50932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5321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N/A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343400" y="5824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7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LIFT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6053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+230 €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680960" y="2148840"/>
            <a:ext cx="395935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0" descr="C:/Users/JULIAN/AppData/Local/Temp/shelfopt_build/pics/slide07_pic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2286000"/>
            <a:ext cx="36850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Generación de Gráficas de Evaluación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185916" y="173736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5"/>
          <p:cNvSpPr/>
          <p:nvPr/>
        </p:nvSpPr>
        <p:spPr>
          <a:xfrm>
            <a:off x="548640" y="416052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6"/>
          <p:cNvSpPr/>
          <p:nvPr/>
        </p:nvSpPr>
        <p:spPr>
          <a:xfrm>
            <a:off x="6185916" y="416052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7713B6D-1812-8B19-B0A0-98CDF01C21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92" t="21072" r="54840" b="52381"/>
          <a:stretch>
            <a:fillRect/>
          </a:stretch>
        </p:blipFill>
        <p:spPr>
          <a:xfrm>
            <a:off x="548640" y="1737360"/>
            <a:ext cx="5454396" cy="224028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750F23B-D2AD-62F8-E760-D4F326499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917" t="11303" r="11349" b="19658"/>
          <a:stretch>
            <a:fillRect/>
          </a:stretch>
        </p:blipFill>
        <p:spPr>
          <a:xfrm>
            <a:off x="6185916" y="1737360"/>
            <a:ext cx="5454396" cy="224028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ED0558F-BB7D-5DFD-F26A-DD0C4779D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24" t="20978" r="16554" b="52296"/>
          <a:stretch>
            <a:fillRect/>
          </a:stretch>
        </p:blipFill>
        <p:spPr>
          <a:xfrm>
            <a:off x="548640" y="4160520"/>
            <a:ext cx="5547360" cy="22402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FF77728-0857-5B04-1466-7075AECF05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833" t="7540" r="12000" b="10208"/>
          <a:stretch>
            <a:fillRect/>
          </a:stretch>
        </p:blipFill>
        <p:spPr>
          <a:xfrm>
            <a:off x="6185916" y="4160520"/>
            <a:ext cx="554736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954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61E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Predicción Paso a Paso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185916" y="173736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5"/>
          <p:cNvSpPr/>
          <p:nvPr/>
        </p:nvSpPr>
        <p:spPr>
          <a:xfrm>
            <a:off x="548640" y="416052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6"/>
          <p:cNvSpPr/>
          <p:nvPr/>
        </p:nvSpPr>
        <p:spPr>
          <a:xfrm>
            <a:off x="6185916" y="4160520"/>
            <a:ext cx="545439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C38CE3B-53E1-FEB4-52E4-63E1626B62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38" t="41482" r="11242" b="1778"/>
          <a:stretch>
            <a:fillRect/>
          </a:stretch>
        </p:blipFill>
        <p:spPr>
          <a:xfrm>
            <a:off x="548639" y="1794510"/>
            <a:ext cx="5378631" cy="22288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9176A43-ECF2-B158-4E90-04C94123DD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6" t="5645" r="28418" b="51781"/>
          <a:stretch>
            <a:fillRect/>
          </a:stretch>
        </p:blipFill>
        <p:spPr>
          <a:xfrm>
            <a:off x="6185916" y="1737359"/>
            <a:ext cx="4476641" cy="22402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5FFA0DD-73D0-39D7-B30C-1C4DC16713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6" t="50115" r="10963" b="10060"/>
          <a:stretch>
            <a:fillRect/>
          </a:stretch>
        </p:blipFill>
        <p:spPr>
          <a:xfrm>
            <a:off x="548640" y="4160520"/>
            <a:ext cx="5454396" cy="22288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777B846-9C48-339F-B761-2D7EB6E4B9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10" t="41793" r="11170" b="3392"/>
          <a:stretch>
            <a:fillRect/>
          </a:stretch>
        </p:blipFill>
        <p:spPr>
          <a:xfrm>
            <a:off x="6185916" y="4160520"/>
            <a:ext cx="5454396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5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45C2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88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FC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Fin.</a:t>
            </a:r>
            <a:endParaRPr lang="en-US" sz="1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144</Words>
  <Application>Microsoft Office PowerPoint</Application>
  <PresentationFormat>Panorámica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ShelfOPT — Simulación y Optimización de Estanterías</dc:title>
  <dc:subject>PptxGenJS Presentation</dc:subject>
  <dc:creator>ShelfOPT</dc:creator>
  <cp:lastModifiedBy>Samuel Gutiérrez Mena</cp:lastModifiedBy>
  <cp:revision>3</cp:revision>
  <dcterms:created xsi:type="dcterms:W3CDTF">2026-05-06T13:55:37Z</dcterms:created>
  <dcterms:modified xsi:type="dcterms:W3CDTF">2026-05-06T14:14:45Z</dcterms:modified>
</cp:coreProperties>
</file>